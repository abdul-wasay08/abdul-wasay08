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anva Sans" panose="020B0604020202020204" charset="0"/>
      <p:regular r:id="rId3"/>
    </p:embeddedFont>
    <p:embeddedFont>
      <p:font typeface="Inter Bold" panose="020B0604020202020204" charset="0"/>
      <p:regular r:id="rId4"/>
    </p:embeddedFont>
    <p:embeddedFont>
      <p:font typeface="Inter Medium" panose="020B0604020202020204" charset="0"/>
      <p:regular r:id="rId5"/>
    </p:embeddedFont>
    <p:embeddedFont>
      <p:font typeface="Open Sans" panose="020B0606030504020204" pitchFamily="34" charset="0"/>
      <p:regular r:id="rId6"/>
    </p:embeddedFont>
    <p:embeddedFont>
      <p:font typeface="Open Sans Bold" panose="020B080603050402020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73" d="100"/>
          <a:sy n="73" d="100"/>
        </p:scale>
        <p:origin x="3060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ableStyles" Target="tableStyles.xml"/><Relationship Id="rId5" Type="http://schemas.openxmlformats.org/officeDocument/2006/relationships/font" Target="fonts/font3.fntdata"/><Relationship Id="rId10" Type="http://schemas.openxmlformats.org/officeDocument/2006/relationships/theme" Target="theme/theme1.xml"/><Relationship Id="rId4" Type="http://schemas.openxmlformats.org/officeDocument/2006/relationships/font" Target="fonts/font2.fntdata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hyperlink" Target="https://github.com/ABDUL-WASAY08/SCHOOL-MAANGEMNT-SYSTEM.git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microsoft.com/office/2007/relationships/hdphoto" Target="../media/hdphoto1.wdp"/><Relationship Id="rId2" Type="http://schemas.openxmlformats.org/officeDocument/2006/relationships/image" Target="../media/image1.jpeg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hyperlink" Target="https://github.com/ABDUL-WASAY08/BANK-MANAGEMENT-SYSTEM.git" TargetMode="External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hyperlink" Target="https://github.com/ABDUL-WASAY08/CAR-RENTAL-SYSTEM.g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582248" cy="10692000"/>
            <a:chOff x="0" y="0"/>
            <a:chExt cx="925419" cy="38317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5419" cy="3831772"/>
            </a:xfrm>
            <a:custGeom>
              <a:avLst/>
              <a:gdLst/>
              <a:ahLst/>
              <a:cxnLst/>
              <a:rect l="l" t="t" r="r" b="b"/>
              <a:pathLst>
                <a:path w="925419" h="3831772">
                  <a:moveTo>
                    <a:pt x="0" y="0"/>
                  </a:moveTo>
                  <a:lnTo>
                    <a:pt x="925419" y="0"/>
                  </a:lnTo>
                  <a:lnTo>
                    <a:pt x="925419" y="3831772"/>
                  </a:lnTo>
                  <a:lnTo>
                    <a:pt x="0" y="3831772"/>
                  </a:lnTo>
                  <a:close/>
                </a:path>
              </a:pathLst>
            </a:custGeom>
            <a:solidFill>
              <a:srgbClr val="323B4C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925419" cy="38508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37944" y="188464"/>
            <a:ext cx="1646077" cy="164607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84571" y="235092"/>
            <a:ext cx="1552822" cy="155282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23B4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525492" y="276015"/>
            <a:ext cx="1470980" cy="1470974"/>
            <a:chOff x="0" y="0"/>
            <a:chExt cx="6350000" cy="634997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t="-6846" b="-3564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13"/>
          <p:cNvSpPr/>
          <p:nvPr/>
        </p:nvSpPr>
        <p:spPr>
          <a:xfrm>
            <a:off x="271878" y="2736925"/>
            <a:ext cx="174325" cy="181825"/>
          </a:xfrm>
          <a:custGeom>
            <a:avLst/>
            <a:gdLst/>
            <a:ahLst/>
            <a:cxnLst/>
            <a:rect l="l" t="t" r="r" b="b"/>
            <a:pathLst>
              <a:path w="174325" h="181825">
                <a:moveTo>
                  <a:pt x="0" y="0"/>
                </a:moveTo>
                <a:lnTo>
                  <a:pt x="174325" y="0"/>
                </a:lnTo>
                <a:lnTo>
                  <a:pt x="174325" y="181826"/>
                </a:lnTo>
                <a:lnTo>
                  <a:pt x="0" y="1818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277196" y="3495352"/>
            <a:ext cx="149338" cy="165931"/>
          </a:xfrm>
          <a:custGeom>
            <a:avLst/>
            <a:gdLst/>
            <a:ahLst/>
            <a:cxnLst/>
            <a:rect l="l" t="t" r="r" b="b"/>
            <a:pathLst>
              <a:path w="149338" h="165931">
                <a:moveTo>
                  <a:pt x="0" y="0"/>
                </a:moveTo>
                <a:lnTo>
                  <a:pt x="149338" y="0"/>
                </a:lnTo>
                <a:lnTo>
                  <a:pt x="149338" y="165931"/>
                </a:lnTo>
                <a:lnTo>
                  <a:pt x="0" y="1659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276467" y="3264132"/>
            <a:ext cx="159145" cy="159145"/>
            <a:chOff x="0" y="0"/>
            <a:chExt cx="213170" cy="21317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3106" cy="213106"/>
            </a:xfrm>
            <a:custGeom>
              <a:avLst/>
              <a:gdLst/>
              <a:ahLst/>
              <a:cxnLst/>
              <a:rect l="l" t="t" r="r" b="b"/>
              <a:pathLst>
                <a:path w="213106" h="213106">
                  <a:moveTo>
                    <a:pt x="130556" y="106553"/>
                  </a:moveTo>
                  <a:cubicBezTo>
                    <a:pt x="130556" y="119761"/>
                    <a:pt x="119761" y="130556"/>
                    <a:pt x="106553" y="130556"/>
                  </a:cubicBezTo>
                  <a:cubicBezTo>
                    <a:pt x="93345" y="130556"/>
                    <a:pt x="82677" y="119761"/>
                    <a:pt x="82677" y="106553"/>
                  </a:cubicBezTo>
                  <a:cubicBezTo>
                    <a:pt x="82677" y="93345"/>
                    <a:pt x="93472" y="82550"/>
                    <a:pt x="106680" y="82550"/>
                  </a:cubicBezTo>
                  <a:cubicBezTo>
                    <a:pt x="119888" y="82550"/>
                    <a:pt x="130683" y="93345"/>
                    <a:pt x="130683" y="106553"/>
                  </a:cubicBezTo>
                  <a:moveTo>
                    <a:pt x="182118" y="31242"/>
                  </a:moveTo>
                  <a:cubicBezTo>
                    <a:pt x="161798" y="11049"/>
                    <a:pt x="135001" y="0"/>
                    <a:pt x="106553" y="0"/>
                  </a:cubicBezTo>
                  <a:cubicBezTo>
                    <a:pt x="78105" y="0"/>
                    <a:pt x="51308" y="11049"/>
                    <a:pt x="31242" y="31242"/>
                  </a:cubicBezTo>
                  <a:cubicBezTo>
                    <a:pt x="11176" y="51435"/>
                    <a:pt x="0" y="78105"/>
                    <a:pt x="0" y="106553"/>
                  </a:cubicBezTo>
                  <a:cubicBezTo>
                    <a:pt x="0" y="135001"/>
                    <a:pt x="11049" y="161798"/>
                    <a:pt x="31242" y="181864"/>
                  </a:cubicBezTo>
                  <a:cubicBezTo>
                    <a:pt x="51435" y="201930"/>
                    <a:pt x="78105" y="213106"/>
                    <a:pt x="106553" y="213106"/>
                  </a:cubicBezTo>
                  <a:lnTo>
                    <a:pt x="148082" y="204724"/>
                  </a:lnTo>
                  <a:lnTo>
                    <a:pt x="150114" y="203835"/>
                  </a:lnTo>
                  <a:lnTo>
                    <a:pt x="143383" y="187833"/>
                  </a:lnTo>
                  <a:lnTo>
                    <a:pt x="141351" y="188722"/>
                  </a:lnTo>
                  <a:cubicBezTo>
                    <a:pt x="130429" y="193421"/>
                    <a:pt x="118745" y="195707"/>
                    <a:pt x="106680" y="195707"/>
                  </a:cubicBezTo>
                  <a:cubicBezTo>
                    <a:pt x="57531" y="195707"/>
                    <a:pt x="17399" y="155702"/>
                    <a:pt x="17399" y="106553"/>
                  </a:cubicBezTo>
                  <a:cubicBezTo>
                    <a:pt x="17399" y="57404"/>
                    <a:pt x="57404" y="17399"/>
                    <a:pt x="106553" y="17399"/>
                  </a:cubicBezTo>
                  <a:cubicBezTo>
                    <a:pt x="155702" y="17399"/>
                    <a:pt x="195834" y="57404"/>
                    <a:pt x="195834" y="106680"/>
                  </a:cubicBezTo>
                  <a:cubicBezTo>
                    <a:pt x="195834" y="127254"/>
                    <a:pt x="183388" y="136652"/>
                    <a:pt x="171831" y="136652"/>
                  </a:cubicBezTo>
                  <a:cubicBezTo>
                    <a:pt x="160274" y="136652"/>
                    <a:pt x="147828" y="127254"/>
                    <a:pt x="147828" y="106680"/>
                  </a:cubicBezTo>
                  <a:cubicBezTo>
                    <a:pt x="147828" y="83947"/>
                    <a:pt x="129286" y="65405"/>
                    <a:pt x="106553" y="65405"/>
                  </a:cubicBezTo>
                  <a:cubicBezTo>
                    <a:pt x="83820" y="65405"/>
                    <a:pt x="65278" y="83820"/>
                    <a:pt x="65278" y="106553"/>
                  </a:cubicBezTo>
                  <a:cubicBezTo>
                    <a:pt x="65278" y="129286"/>
                    <a:pt x="83820" y="147828"/>
                    <a:pt x="106553" y="147828"/>
                  </a:cubicBezTo>
                  <a:cubicBezTo>
                    <a:pt x="118491" y="147828"/>
                    <a:pt x="129540" y="142748"/>
                    <a:pt x="137414" y="133985"/>
                  </a:cubicBezTo>
                  <a:lnTo>
                    <a:pt x="140970" y="139319"/>
                  </a:lnTo>
                  <a:cubicBezTo>
                    <a:pt x="150622" y="149479"/>
                    <a:pt x="160909" y="153924"/>
                    <a:pt x="171831" y="153924"/>
                  </a:cubicBezTo>
                  <a:cubicBezTo>
                    <a:pt x="182753" y="153924"/>
                    <a:pt x="193040" y="149479"/>
                    <a:pt x="200533" y="141605"/>
                  </a:cubicBezTo>
                  <a:cubicBezTo>
                    <a:pt x="208788" y="132969"/>
                    <a:pt x="213106" y="120904"/>
                    <a:pt x="213106" y="106680"/>
                  </a:cubicBezTo>
                  <a:cubicBezTo>
                    <a:pt x="213106" y="78232"/>
                    <a:pt x="202057" y="51435"/>
                    <a:pt x="181864" y="31369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277196" y="3054142"/>
            <a:ext cx="157687" cy="157673"/>
            <a:chOff x="0" y="0"/>
            <a:chExt cx="211214" cy="21120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1345" cy="211201"/>
            </a:xfrm>
            <a:custGeom>
              <a:avLst/>
              <a:gdLst/>
              <a:ahLst/>
              <a:cxnLst/>
              <a:rect l="l" t="t" r="r" b="b"/>
              <a:pathLst>
                <a:path w="211345" h="211201">
                  <a:moveTo>
                    <a:pt x="18034" y="180340"/>
                  </a:moveTo>
                  <a:lnTo>
                    <a:pt x="56515" y="141859"/>
                  </a:lnTo>
                  <a:lnTo>
                    <a:pt x="75565" y="160909"/>
                  </a:lnTo>
                  <a:lnTo>
                    <a:pt x="160782" y="75692"/>
                  </a:lnTo>
                  <a:lnTo>
                    <a:pt x="141732" y="56642"/>
                  </a:lnTo>
                  <a:lnTo>
                    <a:pt x="180340" y="18034"/>
                  </a:lnTo>
                  <a:cubicBezTo>
                    <a:pt x="187325" y="25400"/>
                    <a:pt x="197358" y="37846"/>
                    <a:pt x="198247" y="47117"/>
                  </a:cubicBezTo>
                  <a:cubicBezTo>
                    <a:pt x="199136" y="56515"/>
                    <a:pt x="194183" y="70993"/>
                    <a:pt x="184531" y="87503"/>
                  </a:cubicBezTo>
                  <a:cubicBezTo>
                    <a:pt x="174244" y="105156"/>
                    <a:pt x="159385" y="123825"/>
                    <a:pt x="141732" y="141605"/>
                  </a:cubicBezTo>
                  <a:cubicBezTo>
                    <a:pt x="108331" y="175006"/>
                    <a:pt x="70358" y="198247"/>
                    <a:pt x="49403" y="198247"/>
                  </a:cubicBezTo>
                  <a:lnTo>
                    <a:pt x="47879" y="198247"/>
                  </a:lnTo>
                  <a:cubicBezTo>
                    <a:pt x="37973" y="197358"/>
                    <a:pt x="25400" y="187198"/>
                    <a:pt x="18161" y="180340"/>
                  </a:cubicBezTo>
                  <a:moveTo>
                    <a:pt x="0" y="180086"/>
                  </a:moveTo>
                  <a:lnTo>
                    <a:pt x="4191" y="184658"/>
                  </a:lnTo>
                  <a:cubicBezTo>
                    <a:pt x="6477" y="187198"/>
                    <a:pt x="27305" y="209296"/>
                    <a:pt x="45974" y="211074"/>
                  </a:cubicBezTo>
                  <a:lnTo>
                    <a:pt x="48260" y="211201"/>
                  </a:lnTo>
                  <a:cubicBezTo>
                    <a:pt x="74295" y="211201"/>
                    <a:pt x="114046" y="187452"/>
                    <a:pt x="150876" y="150749"/>
                  </a:cubicBezTo>
                  <a:cubicBezTo>
                    <a:pt x="169291" y="132334"/>
                    <a:pt x="184912" y="112649"/>
                    <a:pt x="195707" y="94107"/>
                  </a:cubicBezTo>
                  <a:cubicBezTo>
                    <a:pt x="203581" y="80772"/>
                    <a:pt x="212598" y="61468"/>
                    <a:pt x="211201" y="45974"/>
                  </a:cubicBezTo>
                  <a:cubicBezTo>
                    <a:pt x="209550" y="27432"/>
                    <a:pt x="187325" y="6604"/>
                    <a:pt x="184785" y="4191"/>
                  </a:cubicBezTo>
                  <a:lnTo>
                    <a:pt x="180086" y="0"/>
                  </a:lnTo>
                  <a:lnTo>
                    <a:pt x="123571" y="56642"/>
                  </a:lnTo>
                  <a:lnTo>
                    <a:pt x="142621" y="75692"/>
                  </a:lnTo>
                  <a:lnTo>
                    <a:pt x="75692" y="142621"/>
                  </a:lnTo>
                  <a:lnTo>
                    <a:pt x="56642" y="1235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AutoShape 19"/>
          <p:cNvSpPr/>
          <p:nvPr/>
        </p:nvSpPr>
        <p:spPr>
          <a:xfrm>
            <a:off x="271878" y="2250018"/>
            <a:ext cx="1845648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273050" y="4696655"/>
            <a:ext cx="1361112" cy="155394"/>
          </a:xfrm>
          <a:custGeom>
            <a:avLst/>
            <a:gdLst/>
            <a:ahLst/>
            <a:cxnLst/>
            <a:rect l="l" t="t" r="r" b="b"/>
            <a:pathLst>
              <a:path w="1361112" h="155394">
                <a:moveTo>
                  <a:pt x="0" y="0"/>
                </a:moveTo>
                <a:lnTo>
                  <a:pt x="1361112" y="0"/>
                </a:lnTo>
                <a:lnTo>
                  <a:pt x="1361112" y="155394"/>
                </a:lnTo>
                <a:lnTo>
                  <a:pt x="0" y="1553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1" name="Freeform 21"/>
          <p:cNvSpPr/>
          <p:nvPr/>
        </p:nvSpPr>
        <p:spPr>
          <a:xfrm>
            <a:off x="276467" y="5142472"/>
            <a:ext cx="1372219" cy="156662"/>
          </a:xfrm>
          <a:custGeom>
            <a:avLst/>
            <a:gdLst/>
            <a:ahLst/>
            <a:cxnLst/>
            <a:rect l="l" t="t" r="r" b="b"/>
            <a:pathLst>
              <a:path w="1372219" h="156662">
                <a:moveTo>
                  <a:pt x="0" y="0"/>
                </a:moveTo>
                <a:lnTo>
                  <a:pt x="1372219" y="0"/>
                </a:lnTo>
                <a:lnTo>
                  <a:pt x="1372219" y="156662"/>
                </a:lnTo>
                <a:lnTo>
                  <a:pt x="0" y="1566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282385" y="5778559"/>
            <a:ext cx="1361112" cy="155394"/>
          </a:xfrm>
          <a:custGeom>
            <a:avLst/>
            <a:gdLst/>
            <a:ahLst/>
            <a:cxnLst/>
            <a:rect l="l" t="t" r="r" b="b"/>
            <a:pathLst>
              <a:path w="1361112" h="155394">
                <a:moveTo>
                  <a:pt x="0" y="0"/>
                </a:moveTo>
                <a:lnTo>
                  <a:pt x="1361112" y="0"/>
                </a:lnTo>
                <a:lnTo>
                  <a:pt x="1361112" y="155393"/>
                </a:lnTo>
                <a:lnTo>
                  <a:pt x="0" y="15539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277196" y="6214537"/>
            <a:ext cx="1371490" cy="156578"/>
          </a:xfrm>
          <a:custGeom>
            <a:avLst/>
            <a:gdLst/>
            <a:ahLst/>
            <a:cxnLst/>
            <a:rect l="l" t="t" r="r" b="b"/>
            <a:pathLst>
              <a:path w="1371490" h="156578">
                <a:moveTo>
                  <a:pt x="0" y="0"/>
                </a:moveTo>
                <a:lnTo>
                  <a:pt x="1371490" y="0"/>
                </a:lnTo>
                <a:lnTo>
                  <a:pt x="1371490" y="156579"/>
                </a:lnTo>
                <a:lnTo>
                  <a:pt x="0" y="15657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271878" y="1958366"/>
            <a:ext cx="1988363" cy="26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931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ABDUL WASAY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08148" y="2708370"/>
            <a:ext cx="807551" cy="225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9"/>
              </a:lnSpc>
              <a:spcBef>
                <a:spcPct val="0"/>
              </a:spcBef>
            </a:pPr>
            <a:r>
              <a:rPr lang="en-US" sz="133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Contact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95011" y="3505116"/>
            <a:ext cx="1542383" cy="140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8"/>
              </a:lnSpc>
              <a:spcBef>
                <a:spcPct val="0"/>
              </a:spcBef>
            </a:pPr>
            <a:r>
              <a:rPr lang="en-US" sz="84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Abbottabad, Pul Gulab street 1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95011" y="3270503"/>
            <a:ext cx="1501462" cy="140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8"/>
              </a:lnSpc>
              <a:spcBef>
                <a:spcPct val="0"/>
              </a:spcBef>
            </a:pPr>
            <a:r>
              <a:rPr lang="en-US" sz="84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tahawasay1@gmail.com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95011" y="3059777"/>
            <a:ext cx="1104443" cy="140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8"/>
              </a:lnSpc>
              <a:spcBef>
                <a:spcPct val="0"/>
              </a:spcBef>
            </a:pPr>
            <a:r>
              <a:rPr lang="en-US" sz="84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0331-5789000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71878" y="2264306"/>
            <a:ext cx="3049982" cy="222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6"/>
              </a:lnSpc>
            </a:pPr>
            <a:r>
              <a:rPr lang="en-US" sz="1347" b="1" spc="94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Web Developer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775238" y="4494046"/>
            <a:ext cx="9525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248214" y="4080383"/>
            <a:ext cx="48771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Skills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96850" y="4455668"/>
            <a:ext cx="685800" cy="167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sz="9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Web dev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48214" y="4929747"/>
            <a:ext cx="1257208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sz="9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Figma Proto typing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82385" y="5384859"/>
            <a:ext cx="1351239" cy="336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Languages : 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C#,C,Python,Java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87574" y="6019677"/>
            <a:ext cx="1060995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sz="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Basic Networking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32701" y="6656866"/>
            <a:ext cx="854571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Education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940050" y="386002"/>
            <a:ext cx="1134368" cy="280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ABOUT ME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940050" y="718500"/>
            <a:ext cx="4153570" cy="1123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120"/>
              </a:lnSpc>
            </a:pPr>
            <a:r>
              <a:rPr lang="en-US" sz="9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 am Abdul Wasay, a dedicated and passionate web developer with a strong foundation in programming languages and basic networking concepts. Currently pursuing my studies at COMSATS University, I am committed to continuous learning and professional growth. I enjoy building efficient, user-focused web solutions and actively seek opportunities to expand my skill set. Driven, motivated, and eager to excel, I am passionate about developing my career in the tech industry and contributing meaningfully to every project I work on.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96501" y="7032151"/>
            <a:ext cx="1581543" cy="42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8"/>
              </a:lnSpc>
              <a:spcBef>
                <a:spcPct val="0"/>
              </a:spcBef>
            </a:pPr>
            <a:r>
              <a:rPr lang="en-US" sz="84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COMSATS UNIVERSIRSITY ISLAMABAD, ABBOTTABAD CAMPUS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96501" y="7533535"/>
            <a:ext cx="1501462" cy="140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8"/>
              </a:lnSpc>
              <a:spcBef>
                <a:spcPct val="0"/>
              </a:spcBef>
            </a:pPr>
            <a:r>
              <a:rPr lang="en-US" sz="84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3.12 CGPA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48214" y="7978513"/>
            <a:ext cx="938659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Experience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77196" y="8306173"/>
            <a:ext cx="1581543" cy="480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8"/>
              </a:lnSpc>
              <a:spcBef>
                <a:spcPct val="0"/>
              </a:spcBef>
            </a:pPr>
            <a:r>
              <a:rPr lang="en-US" sz="94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Making of small projects on Web, Prototyping, made static websites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951100D-510E-5F1E-545E-FFEE95AF70D7}"/>
              </a:ext>
            </a:extLst>
          </p:cNvPr>
          <p:cNvSpPr txBox="1"/>
          <p:nvPr/>
        </p:nvSpPr>
        <p:spPr>
          <a:xfrm>
            <a:off x="2819390" y="1958366"/>
            <a:ext cx="4276800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PROJECTS</a:t>
            </a:r>
          </a:p>
          <a:p>
            <a:endParaRPr lang="en-US" sz="1200" b="1" dirty="0"/>
          </a:p>
          <a:p>
            <a:r>
              <a:rPr lang="en-US" sz="1200" b="1" dirty="0"/>
              <a:t> SCHOOL MANAGEMENT                                                               </a:t>
            </a:r>
            <a:r>
              <a:rPr lang="en-US" sz="1200" dirty="0"/>
              <a:t>2023</a:t>
            </a:r>
          </a:p>
          <a:p>
            <a:endParaRPr lang="en-US" sz="1200" b="1" dirty="0"/>
          </a:p>
          <a:p>
            <a:r>
              <a:rPr lang="en-US" sz="900" dirty="0">
                <a:latin typeface="Canva Sans" panose="020B0604020202020204" charset="0"/>
              </a:rPr>
              <a:t>The School Management System (</a:t>
            </a:r>
            <a:r>
              <a:rPr lang="en-US" sz="900" b="1" dirty="0">
                <a:latin typeface="Canva Sans" panose="020B0604020202020204" charset="0"/>
              </a:rPr>
              <a:t>console based </a:t>
            </a:r>
            <a:r>
              <a:rPr lang="en-US" sz="900" dirty="0">
                <a:latin typeface="Canva Sans" panose="020B0604020202020204" charset="0"/>
              </a:rPr>
              <a:t>) is a C LANGUAGE application that digitalizes and organizes student, teacher, and administrative records for efficient school management</a:t>
            </a:r>
            <a:r>
              <a:rPr lang="en-US" sz="1100" dirty="0"/>
              <a:t>.</a:t>
            </a:r>
          </a:p>
          <a:p>
            <a:r>
              <a:rPr lang="en-US" sz="1200" b="1" dirty="0"/>
              <a:t>LINK</a:t>
            </a:r>
            <a:r>
              <a:rPr lang="en-US" sz="1200" dirty="0"/>
              <a:t>: </a:t>
            </a:r>
            <a:r>
              <a:rPr lang="en-US" sz="1200" dirty="0">
                <a:hlinkClick r:id="rId13"/>
              </a:rPr>
              <a:t>SCHOOL MANAGEMENT SYSTEM</a:t>
            </a:r>
            <a:endParaRPr lang="en-US" sz="1200" dirty="0"/>
          </a:p>
          <a:p>
            <a:endParaRPr lang="en-US" sz="1200" b="1" dirty="0"/>
          </a:p>
          <a:p>
            <a:r>
              <a:rPr lang="en-US" sz="1200" b="1" dirty="0"/>
              <a:t>CAR RENTAL                                                                                      </a:t>
            </a:r>
            <a:r>
              <a:rPr lang="en-US" sz="1200" dirty="0"/>
              <a:t>2024</a:t>
            </a:r>
          </a:p>
          <a:p>
            <a:endParaRPr lang="en-US" sz="1200" b="1" dirty="0"/>
          </a:p>
          <a:p>
            <a:r>
              <a:rPr lang="en-US" sz="900" dirty="0">
                <a:latin typeface="Canva Sans" panose="020B0604020202020204" charset="0"/>
              </a:rPr>
              <a:t>The Car Rental System is a Java console application that manages vehicle availability, customer bookings, and rental records efficiently in a simple text-based interface.</a:t>
            </a:r>
          </a:p>
          <a:p>
            <a:r>
              <a:rPr lang="en-US" sz="1200" b="1" dirty="0"/>
              <a:t>LINK :</a:t>
            </a:r>
            <a:r>
              <a:rPr lang="en-US" sz="1200" dirty="0">
                <a:hlinkClick r:id="rId14"/>
              </a:rPr>
              <a:t>CAR RENTAL SYSTEM</a:t>
            </a:r>
            <a:endParaRPr lang="en-US" sz="1200" dirty="0"/>
          </a:p>
          <a:p>
            <a:endParaRPr lang="en-US" sz="1200" b="1" dirty="0"/>
          </a:p>
          <a:p>
            <a:r>
              <a:rPr lang="en-US" sz="1200" b="1" dirty="0"/>
              <a:t>BANK MANAGEMENT SYSTEM                                                     </a:t>
            </a:r>
            <a:r>
              <a:rPr lang="en-US" sz="1200" dirty="0"/>
              <a:t>2024</a:t>
            </a:r>
            <a:br>
              <a:rPr lang="en-US" sz="1200" b="1" dirty="0"/>
            </a:br>
            <a:endParaRPr lang="en-US" sz="1200" b="1" dirty="0"/>
          </a:p>
          <a:p>
            <a:r>
              <a:rPr lang="en-US" sz="900" dirty="0">
                <a:latin typeface="Canva Sans" panose="020B0604020202020204" charset="0"/>
              </a:rPr>
              <a:t>The Bank Management System is a Java application that handles customer accounts, transactions, and record management to ensure secure and efficient banking operations.</a:t>
            </a:r>
          </a:p>
          <a:p>
            <a:r>
              <a:rPr lang="en-US" sz="1200" b="1" dirty="0"/>
              <a:t>LINK : </a:t>
            </a:r>
            <a:r>
              <a:rPr lang="en-US" sz="1200" dirty="0">
                <a:hlinkClick r:id="rId15"/>
              </a:rPr>
              <a:t>BANK MANAGEMENT SYSTEM</a:t>
            </a:r>
            <a:endParaRPr lang="en-US" sz="1200" dirty="0"/>
          </a:p>
          <a:p>
            <a:endParaRPr lang="en-US" sz="1200" dirty="0"/>
          </a:p>
          <a:p>
            <a:br>
              <a:rPr lang="en-US" sz="1200" dirty="0"/>
            </a:br>
            <a:br>
              <a:rPr lang="en-US" sz="1200" dirty="0"/>
            </a:br>
            <a:endParaRPr lang="en-US" sz="1200" dirty="0"/>
          </a:p>
          <a:p>
            <a:endParaRPr lang="en-US" sz="1200" b="1" dirty="0"/>
          </a:p>
          <a:p>
            <a:endParaRPr lang="en-US" sz="1200" b="1" dirty="0"/>
          </a:p>
          <a:p>
            <a:endParaRPr lang="en-US" sz="1200" b="1" dirty="0"/>
          </a:p>
          <a:p>
            <a:endParaRPr lang="en-US" sz="1200" b="1" dirty="0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B3B92E1-50AF-AD6C-2330-5FEDA0C3F116}"/>
              </a:ext>
            </a:extLst>
          </p:cNvPr>
          <p:cNvCxnSpPr>
            <a:cxnSpLocks/>
          </p:cNvCxnSpPr>
          <p:nvPr/>
        </p:nvCxnSpPr>
        <p:spPr>
          <a:xfrm>
            <a:off x="2940050" y="1917700"/>
            <a:ext cx="415357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29CA554-4994-4119-B0E0-299DA53C0DA6}"/>
              </a:ext>
            </a:extLst>
          </p:cNvPr>
          <p:cNvCxnSpPr>
            <a:cxnSpLocks/>
          </p:cNvCxnSpPr>
          <p:nvPr/>
        </p:nvCxnSpPr>
        <p:spPr>
          <a:xfrm>
            <a:off x="308474" y="9232900"/>
            <a:ext cx="180905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3" name="Picture 52" descr="A signature on a white background&#10;&#10;AI-generated content may be incorrect.">
            <a:extLst>
              <a:ext uri="{FF2B5EF4-FFF2-40B4-BE49-F238E27FC236}">
                <a16:creationId xmlns:a16="http://schemas.microsoft.com/office/drawing/2014/main" id="{44E7E1BC-E290-C869-C21A-A8050B99CBD8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38644" b="64935" l="39560" r="5689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393" t="35358" r="40941" b="31779"/>
          <a:stretch>
            <a:fillRect/>
          </a:stretch>
        </p:blipFill>
        <p:spPr>
          <a:xfrm>
            <a:off x="654049" y="9537700"/>
            <a:ext cx="1143001" cy="6893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259</Words>
  <Application>Microsoft Office PowerPoint</Application>
  <PresentationFormat>Custom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Calibri</vt:lpstr>
      <vt:lpstr>Inter Bold</vt:lpstr>
      <vt:lpstr>Arial</vt:lpstr>
      <vt:lpstr>Inter Medium</vt:lpstr>
      <vt:lpstr>Open Sans</vt:lpstr>
      <vt:lpstr>Open Sans Bold</vt:lpstr>
      <vt:lpstr>Canva Sans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Black Modern Minimalist Cover Letter</dc:title>
  <cp:lastModifiedBy>FA23-BCS-027(Hasnain Ali )</cp:lastModifiedBy>
  <cp:revision>3</cp:revision>
  <dcterms:created xsi:type="dcterms:W3CDTF">2006-08-16T00:00:00Z</dcterms:created>
  <dcterms:modified xsi:type="dcterms:W3CDTF">2025-11-22T13:25:15Z</dcterms:modified>
  <dc:identifier>DAG5alAEhVg</dc:identifier>
</cp:coreProperties>
</file>